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Opening 中文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slide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Second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